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Darker Grotesque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DarkerGrotesque-bold.fntdata"/><Relationship Id="rId12" Type="http://schemas.openxmlformats.org/officeDocument/2006/relationships/font" Target="fonts/DarkerGrotesqu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bf7b812c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bf7b812c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bf7b812c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bf7b812c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bf7b812c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bf7b812c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bf7b812c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bf7b812c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bf7b812c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bf7b812c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17.jpg"/><Relationship Id="rId9" Type="http://schemas.openxmlformats.org/officeDocument/2006/relationships/image" Target="../media/image2.png"/><Relationship Id="rId5" Type="http://schemas.openxmlformats.org/officeDocument/2006/relationships/image" Target="../media/image14.jpg"/><Relationship Id="rId6" Type="http://schemas.openxmlformats.org/officeDocument/2006/relationships/hyperlink" Target="https://www.linkedin.com/in/audrey-stark/" TargetMode="External"/><Relationship Id="rId7" Type="http://schemas.openxmlformats.org/officeDocument/2006/relationships/hyperlink" Target="https://www.linkedin.com/in/alexandracrichton2023/" TargetMode="External"/><Relationship Id="rId8" Type="http://schemas.openxmlformats.org/officeDocument/2006/relationships/hyperlink" Target="https://www.linkedin.com/in/niamhislamurphy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BE5C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irdBrainz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0600" y="77875"/>
            <a:ext cx="4262775" cy="373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autodraw_01_03_2026__1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375" y="1680600"/>
            <a:ext cx="7997248" cy="37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BE5CC">
            <a:alpha val="24530"/>
          </a:srgbClr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m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00" y="152400"/>
            <a:ext cx="1390800" cy="1390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1" name="Google Shape;61;p14" title="audrey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700" y="1899600"/>
            <a:ext cx="1338600" cy="1338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2" name="Google Shape;62;p14" title="niamh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600" y="3594600"/>
            <a:ext cx="1390800" cy="1390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875000" y="2287050"/>
            <a:ext cx="2143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 u="sng">
                <a:solidFill>
                  <a:schemeClr val="hlink"/>
                </a:solidFill>
                <a:latin typeface="Darker Grotesque"/>
                <a:ea typeface="Darker Grotesque"/>
                <a:cs typeface="Darker Grotesque"/>
                <a:sym typeface="Darker Grotesque"/>
                <a:hlinkClick r:id="rId6"/>
              </a:rPr>
              <a:t>@Audrey Stark</a:t>
            </a:r>
            <a:endParaRPr b="1" sz="25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875000" y="563100"/>
            <a:ext cx="3002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 u="sng">
                <a:solidFill>
                  <a:schemeClr val="hlink"/>
                </a:solidFill>
                <a:latin typeface="Darker Grotesque"/>
                <a:ea typeface="Darker Grotesque"/>
                <a:cs typeface="Darker Grotesque"/>
                <a:sym typeface="Darker Grotesque"/>
                <a:hlinkClick r:id="rId7"/>
              </a:rPr>
              <a:t>@Alexandra Crichton</a:t>
            </a:r>
            <a:endParaRPr b="1" sz="25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875000" y="4011000"/>
            <a:ext cx="3002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 u="sng">
                <a:solidFill>
                  <a:schemeClr val="hlink"/>
                </a:solidFill>
                <a:latin typeface="Darker Grotesque"/>
                <a:ea typeface="Darker Grotesque"/>
                <a:cs typeface="Darker Grotesque"/>
                <a:sym typeface="Darker Grotesque"/>
                <a:hlinkClick r:id="rId8"/>
              </a:rPr>
              <a:t>@Niamh Isla Murphy</a:t>
            </a:r>
            <a:endParaRPr b="1" sz="25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429800" y="3884525"/>
            <a:ext cx="3280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#BirdBrainz on </a:t>
            </a:r>
            <a:r>
              <a:rPr b="1" lang="en-GB" sz="25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Linkedin</a:t>
            </a:r>
            <a:endParaRPr b="1" sz="25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67" name="Google Shape;67;p14" title="steven_pfp_big-removebg-preview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2000" y="-1197325"/>
            <a:ext cx="4539750" cy="604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BE5CC">
            <a:alpha val="24530"/>
          </a:srgbClr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 title="people-group-solid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0" y="114350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eye-solid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000" y="1115450"/>
            <a:ext cx="1961099" cy="196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handshake-solid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0900" y="1115450"/>
            <a:ext cx="1961099" cy="19611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838800" y="3116125"/>
            <a:ext cx="1627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Visual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3688800" y="3116125"/>
            <a:ext cx="1766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Social</a:t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6566400" y="3116125"/>
            <a:ext cx="1850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Simple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BE5CC">
            <a:alpha val="24530"/>
          </a:srgbClr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 title="Screenshot 2026-03-01 1131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2800" y="1481650"/>
            <a:ext cx="3219200" cy="198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105-1051804_desktop-frame-desktop-hd-png-download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125" y="252550"/>
            <a:ext cx="4638429" cy="46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 title="Näyttökuva_2026-03-01_100503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925" y="1801400"/>
            <a:ext cx="2104325" cy="29896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6170800" y="2026350"/>
            <a:ext cx="18654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Demo!</a:t>
            </a:r>
            <a:endParaRPr b="1" sz="5000">
              <a:solidFill>
                <a:schemeClr val="dk2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BE5CC">
            <a:alpha val="24530"/>
          </a:srgbClr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 title="1-solid.png"/>
          <p:cNvPicPr preferRelativeResize="0"/>
          <p:nvPr/>
        </p:nvPicPr>
        <p:blipFill rotWithShape="1">
          <a:blip r:embed="rId3">
            <a:alphaModFix/>
          </a:blip>
          <a:srcRect b="0" l="5390" r="-5390" t="0"/>
          <a:stretch/>
        </p:blipFill>
        <p:spPr>
          <a:xfrm>
            <a:off x="4071775" y="988475"/>
            <a:ext cx="1961101" cy="196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plus-soli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7900" y="1409238"/>
            <a:ext cx="1119574" cy="111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title="user-plus-soli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5850" y="988475"/>
            <a:ext cx="1961101" cy="196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 title="route-soli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988475"/>
            <a:ext cx="1961101" cy="196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angle-right-solid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19175" y="1372500"/>
            <a:ext cx="1193050" cy="119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angle-right-solid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62800" y="1372500"/>
            <a:ext cx="1193050" cy="11930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99600" y="3079175"/>
            <a:ext cx="2066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Pick Routes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626875" y="3079175"/>
            <a:ext cx="1815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50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Get Points</a:t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6903050" y="3079175"/>
            <a:ext cx="2066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Make Friends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BE5CC">
            <a:alpha val="24530"/>
          </a:srgbClr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/>
        </p:nvSpPr>
        <p:spPr>
          <a:xfrm>
            <a:off x="328800" y="58725"/>
            <a:ext cx="3000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Be like Steven.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6047475" y="2477825"/>
            <a:ext cx="3000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2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Be a sustainable superstar!</a:t>
            </a:r>
            <a:endParaRPr/>
          </a:p>
        </p:txBody>
      </p:sp>
      <p:pic>
        <p:nvPicPr>
          <p:cNvPr id="105" name="Google Shape;105;p18" title="steven_pfp_big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775" y="-1138600"/>
            <a:ext cx="4539750" cy="604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